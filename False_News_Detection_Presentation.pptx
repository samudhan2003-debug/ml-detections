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Fake News Detection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Author: S Amudhan</a:t>
            </a:r>
          </a:p>
          <a:p>
            <a:r>
              <a:t>Project for HackerEarth MoveFWD Phase II</a:t>
            </a:r>
          </a:p>
          <a:p>
            <a:r>
              <a:t>Domain: Machine Learning / NLP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Fake news spreads rapidly on the internet and can mislead people. This project builds a machine learning model that automatically detects whether a news article or headline is fake or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(Fake news dataset)</a:t>
            </a:r>
          </a:p>
          <a:p>
            <a:r>
              <a:t>2. Text preprocessing and cleaning</a:t>
            </a:r>
          </a:p>
          <a:p>
            <a:r>
              <a:t>3. TF-IDF feature extraction</a:t>
            </a:r>
          </a:p>
          <a:p>
            <a:r>
              <a:t>4. Train Logistic Regression model</a:t>
            </a:r>
          </a:p>
          <a:p>
            <a:r>
              <a:t>5. Predict Fake or Real news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Scikit-learn</a:t>
            </a:r>
          </a:p>
          <a:p>
            <a:r>
              <a:t>Natural Language Processing (NLP)</a:t>
            </a:r>
          </a:p>
          <a:p>
            <a:r>
              <a:t>TF-IDF Vectorizer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predicts whether a news article is fake or real.</a:t>
            </a:r>
          </a:p>
          <a:p>
            <a:r>
              <a:t>Future improvements:</a:t>
            </a:r>
          </a:p>
          <a:p>
            <a:r>
              <a:t>- Larger datasets</a:t>
            </a:r>
          </a:p>
          <a:p>
            <a:r>
              <a:t>- Deep learning models</a:t>
            </a:r>
          </a:p>
          <a:p>
            <a:r>
              <a:t>- Web interface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